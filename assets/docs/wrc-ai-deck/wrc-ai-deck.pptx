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D63A2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D63A2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926080"/>
            <a:ext cx="566928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WRC Rally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meets AI Training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rally co-driver explains how AI models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18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AI Training?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D63A2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Learn from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billions of examples — books, websites, conversations.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43000"/>
            <a:ext cx="2743200" cy="502920"/>
          </a:xfrm>
          <a:prstGeom prst="rect">
            <a:avLst/>
          </a:prstGeom>
          <a:solidFill>
            <a:srgbClr val="D63A2F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Make predictions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guesses what comes next, checks if it's right, and corrects mistakes.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43000"/>
            <a:ext cx="2743200" cy="502920"/>
          </a:xfrm>
          <a:prstGeom prst="rect">
            <a:avLst/>
          </a:prstGeom>
          <a:solidFill>
            <a:srgbClr val="D63A2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Repeat millions of times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makes it a tiny bit smarter. That's training!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studying for a very long exam — but the AI never stops practicing.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6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WRC Analogy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of a rally team maps to a part of how AI works.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2651760" cy="53035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459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notes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783080"/>
            <a:ext cx="1097280" cy="256032"/>
          </a:xfrm>
          <a:prstGeom prst="rect">
            <a:avLst/>
          </a:prstGeom>
          <a:solidFill>
            <a:srgbClr val="2DB87B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645920"/>
            <a:ext cx="2286000" cy="53035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16459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16824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Pre-learned knowledge of what's ahead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2651760" cy="53035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3042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Co-driver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17520" y="2441448"/>
            <a:ext cx="1097280" cy="256032"/>
          </a:xfrm>
          <a:prstGeom prst="rect">
            <a:avLst/>
          </a:prstGeom>
          <a:solidFill>
            <a:srgbClr val="2DB87B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2441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2304288"/>
            <a:ext cx="2286000" cy="53035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51960" y="230428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3408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notes, calls out what to 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62656"/>
            <a:ext cx="2651760" cy="53035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296265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reactions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017520" y="3099816"/>
            <a:ext cx="1097280" cy="256032"/>
          </a:xfrm>
          <a:prstGeom prst="rect">
            <a:avLst/>
          </a:prstGeom>
          <a:solidFill>
            <a:srgbClr val="F0A500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3099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2962656"/>
            <a:ext cx="2286000" cy="53035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51960" y="296265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(output)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2999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responses based on what was learned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621024"/>
            <a:ext cx="2651760" cy="53035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362102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setup / tuning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017520" y="3758184"/>
            <a:ext cx="1097280" cy="256032"/>
          </a:xfrm>
          <a:prstGeom prst="rect">
            <a:avLst/>
          </a:prstGeom>
          <a:solidFill>
            <a:srgbClr val="F0A500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017520" y="37581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51960" y="3621024"/>
            <a:ext cx="2286000" cy="53035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51960" y="362102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the model for a specific job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279392"/>
            <a:ext cx="2651760" cy="53035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42793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Recce run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017520" y="4416552"/>
            <a:ext cx="1097280" cy="256032"/>
          </a:xfrm>
          <a:prstGeom prst="rect">
            <a:avLst/>
          </a:prstGeom>
          <a:solidFill>
            <a:srgbClr val="8A9BB5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4416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51960" y="4279392"/>
            <a:ext cx="2286000" cy="530352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251960" y="42793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75120" y="43159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write notes; AI extracts patterns itself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1417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WRC RALLY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51960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18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Co-Driver = The AI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840480" cy="3749040"/>
          </a:xfrm>
          <a:prstGeom prst="rect">
            <a:avLst/>
          </a:prstGeom>
          <a:solidFill>
            <a:srgbClr val="1218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840480" cy="457200"/>
          </a:xfrm>
          <a:prstGeom prst="rect">
            <a:avLst/>
          </a:prstGeom>
          <a:solidFill>
            <a:srgbClr val="D63A2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WRC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co-driver has memorised the pace notes — every corner, every hazard, every crest.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stage, they call out instructions to the driver in real time: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"Left 4, over crest, don't cut!"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co-driver doesn't drive. They process what's coming and guide the response.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097280"/>
            <a:ext cx="3840480" cy="3749040"/>
          </a:xfrm>
          <a:prstGeom prst="rect">
            <a:avLst/>
          </a:prstGeom>
          <a:solidFill>
            <a:srgbClr val="1218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097280"/>
            <a:ext cx="3840480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57800" y="16916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learned patterns from billions of examples — like a co-driver who has memorised every road.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type a message, the model reads your input and calls out the best response: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"Based on everything I've learned, here's what makes sense next."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doesn't think freely. It predicts — guided by its training.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2606040"/>
            <a:ext cx="731520" cy="731520"/>
          </a:xfrm>
          <a:prstGeom prst="ellipse">
            <a:avLst/>
          </a:prstGeom>
          <a:solidFill>
            <a:srgbClr val="2DB87B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6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Pace Notes = Training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73152" cy="749808"/>
          </a:xfrm>
          <a:prstGeom prst="rect">
            <a:avLst/>
          </a:prstGeom>
          <a:solidFill>
            <a:srgbClr val="D63A2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recce run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325880"/>
            <a:ext cx="0" cy="475488"/>
          </a:xfrm>
          <a:prstGeom prst="line">
            <a:avLst/>
          </a:prstGeom>
          <a:noFill/>
          <a:ln w="12700">
            <a:solidFill>
              <a:srgbClr val="C8D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18872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race, the team drives the stage slowly and writes down every detail of the route.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84832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84832"/>
            <a:ext cx="73152" cy="749808"/>
          </a:xfrm>
          <a:prstGeom prst="rect">
            <a:avLst/>
          </a:prstGeom>
          <a:solidFill>
            <a:srgbClr val="D63A2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8483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notes contain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06040" y="2221992"/>
            <a:ext cx="0" cy="475488"/>
          </a:xfrm>
          <a:prstGeom prst="line">
            <a:avLst/>
          </a:prstGeom>
          <a:noFill/>
          <a:ln w="12700">
            <a:solidFill>
              <a:srgbClr val="C8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084832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notes say things like: 'hairpin left, slippery, caution jump' — specific, compressed knowledge.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80944"/>
            <a:ext cx="73152" cy="749808"/>
          </a:xfrm>
          <a:prstGeom prst="rect">
            <a:avLst/>
          </a:prstGeom>
          <a:solidFill>
            <a:srgbClr val="D63A2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8094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they're used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6040" y="3118104"/>
            <a:ext cx="0" cy="475488"/>
          </a:xfrm>
          <a:prstGeom prst="line">
            <a:avLst/>
          </a:prstGeom>
          <a:noFill/>
          <a:ln w="12700">
            <a:solidFill>
              <a:srgbClr val="C8D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2980944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actual race, the co-driver reads these notes out loud so the driver can react.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77056"/>
            <a:ext cx="73152" cy="749808"/>
          </a:xfrm>
          <a:prstGeom prst="rect">
            <a:avLst/>
          </a:prstGeom>
          <a:solidFill>
            <a:srgbClr val="D63A2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7705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equivalent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06040" y="4014216"/>
            <a:ext cx="0" cy="475488"/>
          </a:xfrm>
          <a:prstGeom prst="line">
            <a:avLst/>
          </a:prstGeom>
          <a:noFill/>
          <a:ln w="12700">
            <a:solidFill>
              <a:srgbClr val="C8D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877056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data is similar — millions of examples that teach the model patterns before it ever talks to a user.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A human team wrote the pace notes. The AI extracts its own patterns automatically from data.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18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Driver &amp; Car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75488"/>
          </a:xfrm>
          <a:prstGeom prst="rect">
            <a:avLst/>
          </a:prstGeom>
          <a:solidFill>
            <a:srgbClr val="2C74B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= The 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acts on what the co-driver calls out.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give inputs — steering, throttle — and get results.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8211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AI: the user types a question, and the model responds.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trusts the co-driver's knowledge to navigate safely.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4114800" cy="47548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972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Setup = Fine-Tuning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71907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stages, engineers adjust the car for the terrain.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4505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Gravel, snow, tarmac — each needs different settings.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18211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AI: after general training, the model is tuned for specific tasks.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91363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AI is 'set up' differently than a coding AI.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the Analogy Breaks Down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analogy has limits. Here's where WRC stops matching AI perfectly: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859536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36192"/>
            <a:ext cx="73152" cy="987552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910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knowledge is built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WRC: </a:t>
            </a:r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team physically drives the stage and writes the notes by hand.  </a:t>
            </a:r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</a:t>
            </a:r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extracts patterns automatically from data — no human writes what it should know.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651760"/>
            <a:ext cx="859536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651760"/>
            <a:ext cx="73152" cy="987552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06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feedback works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WRC: </a:t>
            </a:r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win or lose a stage — one clear result.  </a:t>
            </a:r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</a:t>
            </a:r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a continuous math signal (loss) spread across millions of tiny weight changes — no single 'stage time' moment.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767328"/>
            <a:ext cx="859536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767328"/>
            <a:ext cx="73152" cy="987552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22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4133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WRC: </a:t>
            </a:r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rally, one route, one team.  </a:t>
            </a:r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</a:t>
            </a:r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examples across every subject — the AI's 'recce' covers all of human knowledge.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6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286000" cy="640080"/>
          </a:xfrm>
          <a:prstGeom prst="rect">
            <a:avLst/>
          </a:prstGeom>
          <a:solidFill>
            <a:srgbClr val="D63A2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88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notes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Training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148840"/>
            <a:ext cx="0" cy="502920"/>
          </a:xfrm>
          <a:prstGeom prst="line">
            <a:avLst/>
          </a:prstGeom>
          <a:noFill/>
          <a:ln w="19050">
            <a:solidFill>
              <a:srgbClr val="8A9B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2651760"/>
            <a:ext cx="2286000" cy="749808"/>
          </a:xfrm>
          <a:prstGeom prst="rect">
            <a:avLst/>
          </a:prstGeom>
          <a:solidFill>
            <a:srgbClr val="F0A5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2651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Co-driver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AI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3026664"/>
            <a:ext cx="822960" cy="0"/>
          </a:xfrm>
          <a:prstGeom prst="line">
            <a:avLst/>
          </a:prstGeom>
          <a:noFill/>
          <a:ln w="19050">
            <a:solidFill>
              <a:srgbClr val="8A9B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651760"/>
            <a:ext cx="2194560" cy="749808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26517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User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401568"/>
            <a:ext cx="0" cy="502920"/>
          </a:xfrm>
          <a:prstGeom prst="line">
            <a:avLst/>
          </a:prstGeom>
          <a:noFill/>
          <a:ln w="19050">
            <a:solidFill>
              <a:srgbClr val="8A9B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3904488"/>
            <a:ext cx="2286000" cy="64008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" y="39044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setup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Fine-tuning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1188720"/>
            <a:ext cx="3108960" cy="34747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1188720"/>
            <a:ext cx="3108960" cy="4114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1188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169164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co-driver doesn't improvise.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call out instructions based entirely on what they memorised before the race.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doesn't think freely either.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 responses based entirely on what it learned during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 What Does It All Mean?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32461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you're in a race car.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co-driver studied the entire route before the race. Every bend, every bump, every danger — they memorised it all. Now during the race, every time you face something, they instantly call out exactly what to do — not because they're guessing, but because they already learned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co-driver is the AI model.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ever talk to it, the AI studied billions of things people wrote. When you ask it something, it doesn't figure it out fresh — it pattern-matches against everything it already knows and gives you its best answer. Just like the co-driver reading the notes.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453128"/>
            <a:ext cx="2834640" cy="548640"/>
          </a:xfrm>
          <a:prstGeom prst="rect">
            <a:avLst/>
          </a:prstGeom>
          <a:solidFill>
            <a:srgbClr val="D63A2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44531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before you use it — like studying before a race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4453128"/>
            <a:ext cx="2834640" cy="548640"/>
          </a:xfrm>
          <a:prstGeom prst="rect">
            <a:avLst/>
          </a:prstGeom>
          <a:solidFill>
            <a:srgbClr val="D63A2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44531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answers from patterns — like a co-driver reading notes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4453128"/>
            <a:ext cx="2834640" cy="548640"/>
          </a:xfrm>
          <a:prstGeom prst="rect">
            <a:avLst/>
          </a:prstGeom>
          <a:solidFill>
            <a:srgbClr val="D63A2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44531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it practices, the better it gets — just like any driver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WRC Rally vs AI Training</dc:title>
  <dc:subject>PptxGenJS Presentation</dc:subject>
  <dc:creator>PptxGenJS</dc:creator>
  <cp:lastModifiedBy>PptxGenJS</cp:lastModifiedBy>
  <cp:revision>1</cp:revision>
  <dcterms:created xsi:type="dcterms:W3CDTF">2026-03-21T15:31:43Z</dcterms:created>
  <dcterms:modified xsi:type="dcterms:W3CDTF">2026-03-21T15:31:43Z</dcterms:modified>
</cp:coreProperties>
</file>